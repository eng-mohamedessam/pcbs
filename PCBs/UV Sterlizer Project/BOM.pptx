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5" d="100"/>
          <a:sy n="45" d="100"/>
        </p:scale>
        <p:origin x="82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FB83F-ADEC-425D-B7F5-567EFCA38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00174-DC39-48F7-8AB3-AEF95F606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0A108-C8A9-4267-A206-C3F51157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75B95-14C9-443B-A8A6-F4ACFEC7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5E509-4351-482D-BF9E-330A43ED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062268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4267D-F709-4CB1-9517-18865283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F91F-10F7-429F-A9EB-D320A806A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59B92-6F11-4E70-BFF9-ACDF048C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4A55E-D031-4765-8404-C63275719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25E84-4B25-43CA-B9A1-C08D8098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10550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888DB-1428-469A-9611-6ED30A826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BF281-38AA-4148-A1B6-E00F8D48D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F28AC-85D0-4C4A-9269-2E1351254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49A3F-FCFC-47C3-A680-A16920FE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716002-6FC8-4436-BCF1-E4FCF41D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97260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68CAD-E9A7-4C99-B012-B5C429D18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64AC2-4A4C-4CED-84CD-DC92100CC2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25424B-3E53-48E1-B204-65A5921BAE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A9D71-7524-47BC-B0B8-140781AC0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E346F-5FE7-411A-8886-4F41B0632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E3A70-DEB1-46CF-B291-1039EB77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2731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FEFF5-6897-46AE-BDE5-6049C6FD0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97D09-3577-4C30-AC05-CA302E33A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82CB87-ADED-45D1-84A2-31DCA5813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7FCAAF-9795-4762-B0B8-2FF92D6D8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DD748D-921B-4148-A426-ECB15DAFB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406F80-4E0B-4527-A46C-D18456EC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145B6A-5C47-40B2-81AF-75F57537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067873-E718-4295-9032-FF31717B1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053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11D63-5399-48B0-A856-44F88183A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E655FA-4967-4E53-9EB4-9E61FED9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AA285B-3270-4C33-BD67-59C2DF29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1A8F3-30AF-4C2C-AA62-073100647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1849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78546C-8D43-4819-A819-13C78D1DA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595A96-80E4-4FF6-B4AA-54EC145C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F06CF-423C-453C-8324-99EC1FDA7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04210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358BA-8792-4DA7-A95A-CB1ED6BA1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9EB7-0D7D-49DC-8033-37416AB53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9D2C2-3513-4BA5-8CA7-2ADE937E65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04A6E-CFEC-4FBE-B933-862BBFC3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30AF0-5734-4498-BD30-E83CAA03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0D31B9-F51F-4C0B-B342-9F13A44A9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6773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6FFEC-7751-4F10-8DB9-B9F4EB2D0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A4B966-4AEC-429E-B111-523DAAB05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72367F-2CA6-437C-8100-41B9C90FA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D18A0-A13A-408B-ADB4-F7A758537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1D586-BCDC-4B00-BD02-BB903E5AC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AC14E-C352-4455-9ACF-CD1E73CFF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0551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D04F-2B83-42B4-9722-5AF4A676E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71899-AEFC-49CA-BCFF-4F69245F91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0B668-21F0-4792-8F6F-EA7C8862B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1F485-BCA8-4476-842B-8D82465C3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4A58F-FFE5-4BB2-87C3-EAAA7E258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65235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17F14A-89EC-4BF3-A418-3AC127C421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5FC01-C05C-4AB9-BB4B-9B1C393AAD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C91BA-5A99-4AFD-B463-6BE8C2C97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9E387-BAB3-4651-A2E5-19653BA3F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94960A-8914-4F7B-A46B-C12022C48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38684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3F21F3-8F05-4730-838F-43550C4D7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767C96-641E-418D-8D9E-A0D0C622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D1321-39D4-4473-9A64-667F6FF57D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2C0ED-65B9-4E4C-8E92-68F148CF5231}" type="datetimeFigureOut">
              <a:rPr lang="ar-EG" smtClean="0"/>
              <a:t>11/11/1441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49016-07CF-44E4-B1BC-DFF3BD0F1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720A4-637E-403B-9077-D4316F88B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D0E0E8-7043-4108-91F1-7BCB99DFA4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30718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7177A2E6-078E-4F48-AF60-24FE10EA04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978928"/>
              </p:ext>
            </p:extLst>
          </p:nvPr>
        </p:nvGraphicFramePr>
        <p:xfrm>
          <a:off x="2032000" y="719666"/>
          <a:ext cx="8128000" cy="4723917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198734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457476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Price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List of materials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10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129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Jack Connector ( DCj0202) female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8005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150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XT60 Connector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114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1,6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(3) </a:t>
                      </a:r>
                      <a:r>
                        <a:rPr lang="en-US" dirty="0" err="1"/>
                        <a:t>pinheader</a:t>
                      </a:r>
                      <a:r>
                        <a:rPr lang="en-US" dirty="0"/>
                        <a:t> male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306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1,6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 5mm green led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547333"/>
                  </a:ext>
                </a:extLst>
              </a:tr>
              <a:tr h="644677">
                <a:tc>
                  <a:txBody>
                    <a:bodyPr/>
                    <a:lstStyle/>
                    <a:p>
                      <a:pPr algn="ctr" rtl="1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480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(2) 330 ohm resistors </a:t>
                      </a:r>
                    </a:p>
                    <a:p>
                      <a:pPr algn="ctr" rtl="1"/>
                      <a:r>
                        <a:rPr lang="en-US" dirty="0"/>
                        <a:t>&amp; (1) 10 </a:t>
                      </a:r>
                      <a:r>
                        <a:rPr lang="en-US" dirty="0" err="1"/>
                        <a:t>kohm</a:t>
                      </a:r>
                      <a:r>
                        <a:rPr lang="en-US" dirty="0"/>
                        <a:t> resistor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37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429</a:t>
                      </a:r>
                      <a:r>
                        <a:rPr lang="ar-EG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Wires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9850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999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Regulator metal 7805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166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1,355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Tip 120 </a:t>
                      </a:r>
                      <a:r>
                        <a:rPr lang="en-US" dirty="0" err="1"/>
                        <a:t>darlington</a:t>
                      </a:r>
                      <a:r>
                        <a:rPr lang="en-US" dirty="0"/>
                        <a:t> Transistor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527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190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Relay Ly20 220V AC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400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288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Outlet Plug Connector 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382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300</a:t>
                      </a:r>
                      <a:r>
                        <a:rPr lang="ar-EG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₹</a:t>
                      </a:r>
                      <a:endParaRPr lang="ar-E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dirty="0"/>
                        <a:t>220V 11w UV bulb with connector</a:t>
                      </a:r>
                      <a:endParaRPr lang="ar-E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10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701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77</Words>
  <Application>Microsoft Office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Zaky</dc:creator>
  <cp:lastModifiedBy>Mohamed Zaky</cp:lastModifiedBy>
  <cp:revision>3</cp:revision>
  <dcterms:created xsi:type="dcterms:W3CDTF">2020-07-01T12:29:01Z</dcterms:created>
  <dcterms:modified xsi:type="dcterms:W3CDTF">2020-07-01T14:07:22Z</dcterms:modified>
</cp:coreProperties>
</file>