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EC197-A8C8-4EC5-A8AC-8EBE8BA9B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CDA45-957E-4DC7-A17A-3BD728EAD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B8F4D-EE1E-4286-B892-CA20123BB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2B44-D7C6-4C21-9A77-6734F548D9B6}" type="datetimeFigureOut">
              <a:rPr lang="ar-EG" smtClean="0"/>
              <a:t>13/11/1441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9C244-19C6-4360-952F-B1D29AB99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AA59E-4D76-4C47-A0E5-A9589D45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64901-91D9-41F0-88D9-12B963574B5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0468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AC7D6-F3EB-47EF-9B4E-B9577E06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C3655-FA6E-4298-ABBC-B3B27E101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64B8C-0B7E-4C81-8962-D18D8CFCB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2B44-D7C6-4C21-9A77-6734F548D9B6}" type="datetimeFigureOut">
              <a:rPr lang="ar-EG" smtClean="0"/>
              <a:t>13/11/1441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4DE24-7A6C-4FFA-8172-4AD60C5F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D0592-DD2A-42CA-8485-B1BA9087E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64901-91D9-41F0-88D9-12B963574B5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19213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D4BE-012D-46AE-86C3-277494B7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7EF55-3A3C-4FC4-900B-81741EA3D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7E1A-ACD7-4F00-9CC3-7CB337EA8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2B44-D7C6-4C21-9A77-6734F548D9B6}" type="datetimeFigureOut">
              <a:rPr lang="ar-EG" smtClean="0"/>
              <a:t>13/11/1441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DDD40-CAEA-4507-8453-686B40E3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42EF7-8B5E-4664-80AF-76120CD34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64901-91D9-41F0-88D9-12B963574B5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06338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34A2B-371F-4014-9A07-59827A6B7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B7C72-8959-43E6-9779-E150E6382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6308F-FE20-4239-B095-4CDDCEED4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37782-D195-4972-B890-1D194580D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2B44-D7C6-4C21-9A77-6734F548D9B6}" type="datetimeFigureOut">
              <a:rPr lang="ar-EG" smtClean="0"/>
              <a:t>13/11/1441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F7FA2-7DE3-44DD-87C1-3EA0FAC7A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D21411-1B2D-4D88-9553-0648FD95B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64901-91D9-41F0-88D9-12B963574B5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8778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06D8C-4630-4041-B93F-14BF8E351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0E10E-0795-465B-8EC8-EC086D3E3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CBF17-123B-46AD-B2CA-622ED73DE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F65BB6-5ACF-4A0B-90C1-D629A49012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C11371-C0D0-4E1E-81FC-49F5FBA084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D8BC2-397E-47C4-9D6C-D902130EF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2B44-D7C6-4C21-9A77-6734F548D9B6}" type="datetimeFigureOut">
              <a:rPr lang="ar-EG" smtClean="0"/>
              <a:t>13/11/1441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4D1F1F-DF5A-4240-8D3B-15FBB2A0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8B057A-5FFA-4165-8871-F3FA2DFD9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64901-91D9-41F0-88D9-12B963574B5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45737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ECE1-F722-4158-8861-4E5B8657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70F6DD-C4E2-40D6-BA22-6E5A3AF1E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2B44-D7C6-4C21-9A77-6734F548D9B6}" type="datetimeFigureOut">
              <a:rPr lang="ar-EG" smtClean="0"/>
              <a:t>13/11/1441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02423-1DE5-43A9-83D0-38F3FC6E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8DA18-FFD6-4790-A4E8-A720C066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64901-91D9-41F0-88D9-12B963574B5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9184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F8301-C1C1-46D5-BD81-C355FD440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2B44-D7C6-4C21-9A77-6734F548D9B6}" type="datetimeFigureOut">
              <a:rPr lang="ar-EG" smtClean="0"/>
              <a:t>13/11/1441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0F0963-BA20-4CA4-8657-8206F7AB2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74342-65C6-45FD-896F-E0AEC53E5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64901-91D9-41F0-88D9-12B963574B5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31470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93D2D-AAC3-4DD3-9F6F-3AA59C9A3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8A72-0CF0-4E85-9E88-0FC0105FC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493A0-AB94-4B72-BC11-B169E2FB3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EC6C8-87C6-452A-90AA-EA4732AC6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2B44-D7C6-4C21-9A77-6734F548D9B6}" type="datetimeFigureOut">
              <a:rPr lang="ar-EG" smtClean="0"/>
              <a:t>13/11/1441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CF08C-2905-43CE-B716-B60C182E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58BD4-6C57-4DCF-B3F4-DD83B559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64901-91D9-41F0-88D9-12B963574B5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35333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113B9-CF00-4C77-871A-31E40B3F7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B94E49-6C58-42D2-A24E-6ADA0ACC50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BDFED-48FD-49F1-9DE9-51F06C603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168E9-4727-4740-94D9-FDCABEF31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2B44-D7C6-4C21-9A77-6734F548D9B6}" type="datetimeFigureOut">
              <a:rPr lang="ar-EG" smtClean="0"/>
              <a:t>13/11/1441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C4CCF-F703-4D7A-B3CF-359A184D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FE5A4-8AED-4B4F-A048-BF71921A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64901-91D9-41F0-88D9-12B963574B5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6476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12F78-CC4B-467F-B68B-0F5C0C5CB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8E902-E972-4507-B468-7E3BB35D1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ECE0A-187D-495C-A8F0-AE0C222A9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2B44-D7C6-4C21-9A77-6734F548D9B6}" type="datetimeFigureOut">
              <a:rPr lang="ar-EG" smtClean="0"/>
              <a:t>13/11/1441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A74D1-C09F-4A2B-8ADF-FBC760DDE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7B6F7-D552-4A44-BF0E-DDE001BF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64901-91D9-41F0-88D9-12B963574B5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2074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955D-F625-4A62-BCAE-11ABD53C4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08E78-C456-4373-92DB-DB873C748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5CC2F-E7FB-4B8D-ACDB-3F81D6725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2B44-D7C6-4C21-9A77-6734F548D9B6}" type="datetimeFigureOut">
              <a:rPr lang="ar-EG" smtClean="0"/>
              <a:t>13/11/1441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1CDD1-D1C1-4DAA-BB75-463B3B9B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9936D-4615-4EF9-B44F-C962603D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64901-91D9-41F0-88D9-12B963574B5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79862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2D95F4-6C2F-4CE1-9D0D-6EAE138AA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B8161-52BF-44E8-8F4A-976F487D6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CD352-0EDC-486E-8654-4B8462AF30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F2B44-D7C6-4C21-9A77-6734F548D9B6}" type="datetimeFigureOut">
              <a:rPr lang="ar-EG" smtClean="0"/>
              <a:t>13/11/1441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16C54-BEDC-4ECF-9974-75D19D6E2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BEBAF-A1DF-4EB7-B117-4B2537451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64901-91D9-41F0-88D9-12B963574B5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65351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A18A71E-35F2-4182-8091-1BB7B9C4C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463192"/>
              </p:ext>
            </p:extLst>
          </p:nvPr>
        </p:nvGraphicFramePr>
        <p:xfrm>
          <a:off x="2032000" y="15240"/>
          <a:ext cx="8127999" cy="711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3625065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814154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54962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Price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Quantity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Component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1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125₹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Limit Switch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766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189₹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Relay(12V 5 pins) 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593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61₹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Tip 120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651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59₹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 (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dirty="0"/>
                        <a:t> 1Mohm,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/>
                        <a:t> 2Mohm)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Trimmer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524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299₹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7805 Regulator metal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80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165₹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Capacitor Polarized (1000uf)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631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165₹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Capacitor Non-Polarized (0.01uf)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823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49₹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5(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dirty="0"/>
                        <a:t> 1k ohm,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/>
                        <a:t> 1k ohm,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/>
                        <a:t> 10kohm,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/>
                        <a:t> 220ohm)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Resistors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799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130₹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Push Button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22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165₹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555 Timer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44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220₹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4switch ( DS04 )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196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68₹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Green Led (5 mm)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679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199₹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Adapter 12V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399₹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UV Adapter with switch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973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181₹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XT60 Connector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560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/>
                        <a:t>100₹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Jack adapter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982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156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120</Words>
  <Application>Microsoft Office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Zaky</dc:creator>
  <cp:lastModifiedBy>Mohamed Zaky</cp:lastModifiedBy>
  <cp:revision>5</cp:revision>
  <dcterms:created xsi:type="dcterms:W3CDTF">2020-07-03T16:20:33Z</dcterms:created>
  <dcterms:modified xsi:type="dcterms:W3CDTF">2020-07-03T16:42:44Z</dcterms:modified>
</cp:coreProperties>
</file>